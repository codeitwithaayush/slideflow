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PowerPoint Builder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Template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{{bullets}}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revenue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performance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Trends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{{recommendations}}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