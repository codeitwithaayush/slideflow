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 (Count)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2026-01-01</c:v>
                </c:pt>
                <c:pt idx="1">
                  <c:v>2026-02-01</c:v>
                </c:pt>
                <c:pt idx="2">
                  <c:v>2026-03-01</c:v>
                </c:pt>
                <c:pt idx="3">
                  <c:v>2026-04-01</c:v>
                </c:pt>
                <c:pt idx="4">
                  <c:v>2026-05-01</c:v>
                </c:pt>
                <c:pt idx="5">
                  <c:v>2026-06-01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Region (Sum)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Category A</c:v>
                </c:pt>
                <c:pt idx="1">
                  <c:v>Category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20.0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(Sum)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2026-01-01</c:v>
                </c:pt>
                <c:pt idx="1">
                  <c:v>2026-02-01</c:v>
                </c:pt>
                <c:pt idx="2">
                  <c:v>2026-03-01</c:v>
                </c:pt>
                <c:pt idx="3">
                  <c:v>2026-04-01</c:v>
                </c:pt>
                <c:pt idx="4">
                  <c:v>2026-05-01</c:v>
                </c:pt>
                <c:pt idx="5">
                  <c:v>2026-06-01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20000.0</c:v>
                </c:pt>
                <c:pt idx="1">
                  <c:v>24500.0</c:v>
                </c:pt>
                <c:pt idx="2">
                  <c:v>25000.0</c:v>
                </c:pt>
                <c:pt idx="3">
                  <c:v>28500.0</c:v>
                </c:pt>
                <c:pt idx="4">
                  <c:v>35000.0</c:v>
                </c:pt>
                <c:pt idx="5">
                  <c:v>40000.0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PowerPoint Builder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Template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This is an extremely long title designed to test the layout auto-fitting font size scaling functionality of the PowerPoint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Total sales amount to $173,000 across 12 data points, with a mean sale value of $14,416.67.</a:t>
            </a:r>
          </a:p>
          <a:p>
            <a:pPr/>
            <a:r>
              <a:rPr sz="1400"/>
              <a:t>The data spans across two regions, North and South, with each region accounting for 50% of the data 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Revenue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The minimum and maximum sales values are $8,000 and $25,000, respectively, indicating a wide range of sales performance.</a:t>
            </a:r>
          </a:p>
          <a:p>
            <a:pPr/>
            <a:r>
              <a:rPr sz="1400"/>
              <a:t>The top sales values are $15,000, $12,000, $14,000, $18,000, and $22,000, each contributing significantly to the total revenue.</a:t>
            </a:r>
          </a:p>
          <a:p/>
          <a:p>
            <a:pPr/>
            <a:r>
              <a:rPr sz="1400" b="1"/>
              <a:t>Recommendations:</a:t>
            </a:r>
          </a:p>
          <a:p>
            <a:pPr lvl="1"/>
            <a:r>
              <a:rPr sz="1400"/>
              <a:t>Investigate the factors contributing to the high variability in sales to identify opportunities for stabilization and growth.</a:t>
            </a:r>
          </a:p>
          <a:p>
            <a:pPr lvl="1"/>
            <a:r>
              <a:rPr sz="1400"/>
              <a:t>Develop targeted marketing strategies to capitalize on the most profitable sales segments.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371600"/>
          <a:ext cx="4114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Regional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The North and South regions each account for 50% of the data points, suggesting a balanced geographical distribution.</a:t>
            </a:r>
          </a:p>
          <a:p>
            <a:pPr/>
            <a:r>
              <a:rPr sz="1400"/>
              <a:t>Further analysis is needed to determine if there are significant differences in sales performance between the two regions.</a:t>
            </a:r>
          </a:p>
          <a:p/>
          <a:p>
            <a:pPr/>
            <a:r>
              <a:rPr sz="1400" b="1"/>
              <a:t>Recommendations:</a:t>
            </a:r>
          </a:p>
          <a:p>
            <a:pPr lvl="1"/>
            <a:r>
              <a:rPr sz="1400"/>
              <a:t>Conduct a deeper analysis of regional sales trends to identify any disparities or opportunities for growth in either region.</a:t>
            </a:r>
          </a:p>
          <a:p>
            <a:pPr lvl="1"/>
            <a:r>
              <a:rPr sz="1400"/>
              <a:t>Consider allocating resources differently across regions based on their potential for sales growth.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371600"/>
          <a:ext cx="4114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Financial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The mean profit is $2,800, with a range from $1,200 to $5,600, indicating variability in profitability.</a:t>
            </a:r>
          </a:p>
          <a:p>
            <a:pPr/>
            <a:r>
              <a:rPr sz="1400"/>
              <a:t>The average margin percentage is 18.69%, with a range from 15.0% to 22.4%, showing some fluctuation in profitability margins.</a:t>
            </a:r>
          </a:p>
          <a:p/>
          <a:p>
            <a:pPr/>
            <a:r>
              <a:rPr sz="1400" b="1"/>
              <a:t>Recommendations:</a:t>
            </a:r>
          </a:p>
          <a:p>
            <a:pPr lvl="1"/>
            <a:r>
              <a:rPr sz="1400"/>
              <a:t>Investigate the causes of profit variability to stabilize and potentially increase profit margins.</a:t>
            </a:r>
          </a:p>
          <a:p>
            <a:pPr lvl="1"/>
            <a:r>
              <a:rPr sz="1400"/>
              <a:t>Monitor and adjust pricing strategies to maintain or improve margin percentages over time.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371600"/>
          <a:ext cx="4114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Implement a comprehensive review of sales strategies to capitalize on high-performing segments and address underperforming ones.</a:t>
            </a:r>
          </a:p>
          <a:p>
            <a:pPr/>
            <a:r>
              <a:rPr sz="1400"/>
              <a:t>Develop region-specific marketing plans to leverage the potential of both the North and South regions.</a:t>
            </a:r>
          </a:p>
          <a:p/>
          <a:p>
            <a:pPr/>
            <a:r>
              <a:rPr sz="1400" b="1"/>
              <a:t>Recommendations:</a:t>
            </a:r>
          </a:p>
          <a:p>
            <a:pPr lvl="1"/>
            <a:r>
              <a:rPr sz="1400"/>
              <a:t>Regularly review and update the sales strategy to ensure it remains aligned with market conditions and business objectives.</a:t>
            </a:r>
          </a:p>
          <a:p>
            <a:pPr lvl="1"/>
            <a:r>
              <a:rPr sz="1400"/>
              <a:t>Consider expanding into new regions or markets to diversify the business and reduce dependence on current markets.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