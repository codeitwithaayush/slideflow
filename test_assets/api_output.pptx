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 (Sum)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North</c:v>
                </c:pt>
                <c:pt idx="1">
                  <c:v>South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106000.0</c:v>
                </c:pt>
                <c:pt idx="1">
                  <c:v>67000.0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Region (Sum)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Category A</c:v>
                </c:pt>
                <c:pt idx="1">
                  <c:v>Category 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10.0</c:v>
                </c:pt>
                <c:pt idx="1">
                  <c:v>20.0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(Sum)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2026-01-01</c:v>
                </c:pt>
                <c:pt idx="1">
                  <c:v>2026-02-01</c:v>
                </c:pt>
                <c:pt idx="2">
                  <c:v>2026-03-01</c:v>
                </c:pt>
                <c:pt idx="3">
                  <c:v>2026-04-01</c:v>
                </c:pt>
                <c:pt idx="4">
                  <c:v>2026-05-01</c:v>
                </c:pt>
                <c:pt idx="5">
                  <c:v>2026-06-01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20000.0</c:v>
                </c:pt>
                <c:pt idx="1">
                  <c:v>24500.0</c:v>
                </c:pt>
                <c:pt idx="2">
                  <c:v>25000.0</c:v>
                </c:pt>
                <c:pt idx="3">
                  <c:v>28500.0</c:v>
                </c:pt>
                <c:pt idx="4">
                  <c:v>35000.0</c:v>
                </c:pt>
                <c:pt idx="5">
                  <c:v>40000.0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PowerPoint Builder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Introduction to AI PowerPoint Builder Demo</a:t>
            </a:r>
          </a:p>
          <a:p>
            <a:pPr/>
            <a:r>
              <a:t>Overview of presentation structure and content</a:t>
            </a:r>
          </a:p>
          <a:p/>
          <a:p>
            <a:pPr/>
            <a:r>
              <a:rPr b="1"/>
              <a:t>Recommendations:</a:t>
            </a:r>
          </a:p>
          <a:p>
            <a:pPr lvl="1"/>
            <a:r>
              <a:t>Review presentation outline and objectives</a:t>
            </a:r>
          </a:p>
          <a:p>
            <a:pPr lvl="1"/>
            <a:r>
              <a:t>Familiarize with AI PowerPoint Builder Demo capabilities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Total sales: $173,000</a:t>
            </a:r>
          </a:p>
          <a:p>
            <a:pPr/>
            <a:r>
              <a:t>Average sales: $14,416.67</a:t>
            </a:r>
          </a:p>
          <a:p>
            <a:pPr/>
            <a:r>
              <a:t>Total profit: $33,600</a:t>
            </a:r>
          </a:p>
          <a:p/>
          <a:p>
            <a:pPr/>
            <a:r>
              <a:rPr b="1"/>
              <a:t>Recommendations:</a:t>
            </a:r>
          </a:p>
          <a:p>
            <a:pPr lvl="1"/>
            <a:r>
              <a:t>Focus on high-growth regions and products</a:t>
            </a:r>
          </a:p>
          <a:p>
            <a:pPr lvl="1"/>
            <a:r>
              <a:t>Optimize pricing and cost structures to improve profitability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Customized 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Highest sales: $25,000</a:t>
            </a:r>
          </a:p>
          <a:p>
            <a:pPr/>
            <a:r>
              <a:t>Lowest sales: $8,000</a:t>
            </a:r>
          </a:p>
          <a:p>
            <a:pPr/>
            <a:r>
              <a:t>Average sales: $14,416.67</a:t>
            </a:r>
          </a:p>
          <a:p>
            <a:pPr/>
            <a:r>
              <a:t>This bullet point was added by API test script.</a:t>
            </a:r>
          </a:p>
          <a:p/>
          <a:p>
            <a:pPr/>
            <a:r>
              <a:rPr b="1"/>
              <a:t>Recommendations:</a:t>
            </a:r>
          </a:p>
          <a:p>
            <a:pPr lvl="1"/>
            <a:r>
              <a:t>Invest in high-performing sales channels</a:t>
            </a:r>
          </a:p>
          <a:p>
            <a:pPr lvl="1"/>
            <a:r>
              <a:t>Develop targeted marketing campaigns to boost sales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371600"/>
          <a:ext cx="41148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North region sales: 50% of total sales</a:t>
            </a:r>
          </a:p>
          <a:p>
            <a:pPr/>
            <a:r>
              <a:t>South region sales: 50% of total sales</a:t>
            </a:r>
          </a:p>
          <a:p/>
          <a:p>
            <a:pPr/>
            <a:r>
              <a:rPr b="1"/>
              <a:t>Recommendations:</a:t>
            </a:r>
          </a:p>
          <a:p>
            <a:pPr lvl="1"/>
            <a:r>
              <a:t>Allocate resources to high-growth regions</a:t>
            </a:r>
          </a:p>
          <a:p>
            <a:pPr lvl="1"/>
            <a:r>
              <a:t>Develop region-specific marketing strategies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371600"/>
          <a:ext cx="41148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Average profit margin: 18.69%</a:t>
            </a:r>
          </a:p>
          <a:p>
            <a:pPr/>
            <a:r>
              <a:t>Highest profit margin: 22.4%</a:t>
            </a:r>
          </a:p>
          <a:p>
            <a:pPr/>
            <a:r>
              <a:t>Lowest profit margin: 15.0%</a:t>
            </a:r>
          </a:p>
          <a:p/>
          <a:p>
            <a:pPr/>
            <a:r>
              <a:rPr b="1"/>
              <a:t>Recommendations:</a:t>
            </a:r>
          </a:p>
          <a:p>
            <a:pPr lvl="1"/>
            <a:r>
              <a:t>Optimize pricing strategies to improve profit margins</a:t>
            </a:r>
          </a:p>
          <a:p>
            <a:pPr lvl="1"/>
            <a:r>
              <a:t>Monitor and control costs to maintain profitability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371600"/>
          <a:ext cx="41148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Develop targeted marketing campaigns to boost sales</a:t>
            </a:r>
          </a:p>
          <a:p>
            <a:pPr/>
            <a:r>
              <a:t>Optimize pricing strategies to improve profit margins</a:t>
            </a:r>
          </a:p>
          <a:p>
            <a:pPr/>
            <a:r>
              <a:t>Allocate resources to high-growth regions</a:t>
            </a:r>
          </a:p>
          <a:p/>
          <a:p>
            <a:pPr/>
            <a:r>
              <a:rPr b="1"/>
              <a:t>Recommendations:</a:t>
            </a:r>
          </a:p>
          <a:p>
            <a:pPr lvl="1"/>
            <a:r>
              <a:t>Implement a data-driven decision-making framework</a:t>
            </a:r>
          </a:p>
          <a:p>
            <a:pPr lvl="1"/>
            <a:r>
              <a:t>Establish a performance monitoring and evaluation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